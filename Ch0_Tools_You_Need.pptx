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Segoe UI"/>
              </a:rPr>
              <a:t>Tools You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0EA5E9"/>
                </a:solidFill>
                <a:latin typeface="Segoe UI"/>
              </a:rPr>
              <a:t>Chapter 0  ·  Machine Learning for Robotics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F1F5F9"/>
                </a:solidFill>
                <a:latin typeface="Segoe UI"/>
              </a:rPr>
              <a:t>Set up VS Code, Python, and everything you'll install this week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Two Ways You'll Run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0EA5E9"/>
                </a:solidFill>
                <a:latin typeface="Segoe UI"/>
              </a:rPr>
              <a:t>Early chapters — in the browser &amp; Google Colab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Python basics run right on the course page (no install)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ML and computer-vision notebooks run in Google Colab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Free, identical environment for everyone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0EA5E9"/>
                </a:solidFill>
                <a:latin typeface="Segoe UI"/>
              </a:rPr>
              <a:t>Hardware projects — on your own laptop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You deploy code to a real robot over WiFi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Needs VS Code + Python + a set of libraries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Install locally only when you reach the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Early Chapters: Zero Installation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Run code cells directly on the website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Powered by CPython 3.12 compiled to WebAssembly (Pyodide)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Use Google Colab for the ML &amp; vision notebooks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A free, Google-hosted Python environment — nothing to install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Everyone starts from the same environment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Learn the concepts first, then move to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The Local Toolchain — 6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2200" b="0" i="0">
                <a:solidFill>
                  <a:srgbClr val="334155"/>
                </a:solidFill>
                <a:latin typeface="Segoe UI"/>
              </a:rPr>
              <a:t>1.  Install Visual Studio Code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2200" b="0" i="0">
                <a:solidFill>
                  <a:srgbClr val="334155"/>
                </a:solidFill>
                <a:latin typeface="Segoe UI"/>
              </a:rPr>
              <a:t>2.  Install Python 3.14.6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2200" b="0" i="0">
                <a:solidFill>
                  <a:srgbClr val="334155"/>
                </a:solidFill>
                <a:latin typeface="Segoe UI"/>
              </a:rPr>
              <a:t>3.  Add the Python extension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2200" b="0" i="0">
                <a:solidFill>
                  <a:srgbClr val="334155"/>
                </a:solidFill>
                <a:latin typeface="Segoe UI"/>
              </a:rPr>
              <a:t>4.  Verify your setup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2200" b="0" i="0">
                <a:solidFill>
                  <a:srgbClr val="334155"/>
                </a:solidFill>
                <a:latin typeface="Segoe UI"/>
              </a:rPr>
              <a:t>5.  Create a virtual environment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2200" b="0" i="0">
                <a:solidFill>
                  <a:srgbClr val="334155"/>
                </a:solidFill>
                <a:latin typeface="Segoe UI"/>
              </a:rPr>
              <a:t>6.  Install the course libraries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Step 1 — Install VS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Download from code.visualstudio.com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Free editor for Windows, macOS, and Linux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Windows: tick “Add to PATH” during install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Launch it once to confirm it opens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Step 2 — Install Python 3.14.6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Download from python.org/downloads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Windows: tick “Add python.exe to PATH” on the first screen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Verify in a terminal: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91840"/>
            <a:ext cx="10515600" cy="58521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/>
          <a:lstStyle/>
          <a:p>
            <a:pPr algn="ctr"/>
            <a:r>
              <a:rPr sz="1500" b="0" i="0">
                <a:solidFill>
                  <a:srgbClr val="0F172A"/>
                </a:solidFill>
                <a:latin typeface="Consolas"/>
              </a:rPr>
              <a:t>python --version      # -&gt; Python 3.14.6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Also install Python 3.11 for the Teachable Machine / TensorFlow lessons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Step 3 — Add the Python Extension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Open the Extensions panel  (Ctrl+Shift+X)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Install “Python” published by Microsoft</a:t>
            </a:r>
          </a:p>
          <a:p>
            <a:pPr lvl="1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It also installs Pylance — autocomplete + error checking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This is what gives you the ▶ Run button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Step 4 — Verify Your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Run these quick checks in a new terminal: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48840"/>
            <a:ext cx="10515600" cy="151790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/>
          <a:lstStyle/>
          <a:p>
            <a:pPr algn="ctr"/>
            <a:r>
              <a:rPr sz="1400" b="0" i="0">
                <a:solidFill>
                  <a:srgbClr val="0F172A"/>
                </a:solidFill>
                <a:latin typeface="Consolas"/>
              </a:rPr>
              <a:t>code --version           # VS Code installed &amp; on PATH</a:t>
            </a:r>
          </a:p>
          <a:p>
            <a:r>
              <a:rPr sz="1400" b="0" i="0">
                <a:solidFill>
                  <a:srgbClr val="0F172A"/>
                </a:solidFill>
                <a:latin typeface="Consolas"/>
              </a:rPr>
              <a:t>code --list-extensions   # should list ms-python.python</a:t>
            </a:r>
          </a:p>
          <a:p>
            <a:r>
              <a:rPr sz="1400" b="0" i="0">
                <a:solidFill>
                  <a:srgbClr val="0F172A"/>
                </a:solidFill>
                <a:latin typeface="Consolas"/>
              </a:rPr>
              <a:t>python --version         # should print Python 3.14.6</a:t>
            </a:r>
          </a:p>
          <a:p>
            <a:r>
              <a:rPr sz="1400" b="0" i="0">
                <a:solidFill>
                  <a:srgbClr val="0F172A"/>
                </a:solidFill>
                <a:latin typeface="Consolas"/>
              </a:rPr>
              <a:t>py --list                # Windows: all installed versions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Or run check_setup.py and click ▶ Run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Prints Python 3.14.x  →  all three installs are correct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Teacher tip: have everyone read out their python --version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Step 5 — Create a Virtual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A private copy of Python + libraries for this course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Keeps installs isolated from other Python projects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In VS Code: Ctrl+Shift+P → “Python: Create Environment” → Venv → 3.14.6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Or in the terminal: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77639"/>
            <a:ext cx="10515600" cy="12070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/>
          <a:lstStyle/>
          <a:p>
            <a:pPr algn="ctr"/>
            <a:r>
              <a:rPr sz="1400" b="0" i="0">
                <a:solidFill>
                  <a:srgbClr val="0F172A"/>
                </a:solidFill>
                <a:latin typeface="Consolas"/>
              </a:rPr>
              <a:t>python -m venv .venv</a:t>
            </a:r>
          </a:p>
          <a:p>
            <a:r>
              <a:rPr sz="1400" b="0" i="0">
                <a:solidFill>
                  <a:srgbClr val="0F172A"/>
                </a:solidFill>
                <a:latin typeface="Consolas"/>
              </a:rPr>
              <a:t>.venv\Scripts\Activate.ps1     # Windows (PowerShell)</a:t>
            </a:r>
          </a:p>
          <a:p>
            <a:r>
              <a:rPr sz="1400" b="0" i="0">
                <a:solidFill>
                  <a:srgbClr val="0F172A"/>
                </a:solidFill>
                <a:latin typeface="Consolas"/>
              </a:rPr>
              <a:t>source .venv/bin/activate      # macOS / Linux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Prompt shows (.venv) when the environment is active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Step 6 — Install the Libraries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Create requirements.txt with pinned versions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Install everything in one command: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10515600" cy="58521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/>
          <a:lstStyle/>
          <a:p>
            <a:pPr algn="ctr"/>
            <a:r>
              <a:rPr sz="1500" b="0" i="0">
                <a:solidFill>
                  <a:srgbClr val="0F172A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Pinned versions = everyone gets identical packages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Core: ultralytics, opencv-python, numpy, mediapipe,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tensorflow, teachable-machine, requests, urllib3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The Libraries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040880"/>
              </a:tblGrid>
              <a:tr h="4673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Library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What it's for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ultralytics (YOLO)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Object detection — Exercise A, Project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opencv-python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Camera + image processing — Ch 7, all vision projects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numpy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Arrays and math — used almost everywhere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requests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Phone video stream — Project 1, WiFi projects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mediapipe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Hand &amp; pose tracking — gesture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tensorflow / teachable-machine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Image classification — Ch 7.4, PD.1d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matplotlib / pandas / scikit-learn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Data &amp; classic ML — Chapters 3–4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gymnasium / pygame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Reinforcement-learning demos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Keep Your Setup Frozen This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Pinned requirements.txt — no version drift on install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Turn off auto-update in VS Code settings: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34640"/>
            <a:ext cx="10515600" cy="12070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/>
          <a:lstStyle/>
          <a:p>
            <a:pPr algn="ctr"/>
            <a:r>
              <a:rPr sz="1400" b="0" i="0">
                <a:solidFill>
                  <a:srgbClr val="0F172A"/>
                </a:solidFill>
                <a:latin typeface="Consolas"/>
              </a:rPr>
              <a:t>"update.mode": "none",</a:t>
            </a:r>
          </a:p>
          <a:p>
            <a:r>
              <a:rPr sz="1400" b="0" i="0">
                <a:solidFill>
                  <a:srgbClr val="0F172A"/>
                </a:solidFill>
                <a:latin typeface="Consolas"/>
              </a:rPr>
              <a:t>"extensions.autoUpdate": false,</a:t>
            </a:r>
          </a:p>
          <a:p>
            <a:r>
              <a:rPr sz="1400" b="0" i="0">
                <a:solidFill>
                  <a:srgbClr val="0F172A"/>
                </a:solidFill>
                <a:latin typeface="Consolas"/>
              </a:rPr>
              <a:t>"extensions.autoCheckUpdates":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Never run  pip install --upgrade  or  pip install -U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Snapshot after install:  pip freeze &gt; installed_versions.txt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Common Issues &amp;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‘python’ is not recognized  →  Add python.exe to PATH, reopen terminal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‘code’ is not recognized  →  Add VS Code to PATH / open a fresh terminal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No ▶ Run button  →  Python extension inactive or no interpreter selected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Wrong Python version  →  pick 3.14.6 in the bottom-right status bar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0EA5E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Package ‘not found’  →  the venv isn't active (no (.venv) in the prompt)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You're Ready!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46304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0  ·  Tools You Need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2200" b="0" i="0">
                <a:solidFill>
                  <a:srgbClr val="334155"/>
                </a:solidFill>
                <a:latin typeface="Segoe UI"/>
              </a:rPr>
              <a:t>VS Code installed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2200" b="0" i="0">
                <a:solidFill>
                  <a:srgbClr val="334155"/>
                </a:solidFill>
                <a:latin typeface="Segoe UI"/>
              </a:rPr>
              <a:t>Python 3.14.6 on PATH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2200" b="0" i="0">
                <a:solidFill>
                  <a:srgbClr val="334155"/>
                </a:solidFill>
                <a:latin typeface="Segoe UI"/>
              </a:rPr>
              <a:t>Python extension active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2200" b="0" i="0">
                <a:solidFill>
                  <a:srgbClr val="334155"/>
                </a:solidFill>
                <a:latin typeface="Segoe UI"/>
              </a:rPr>
              <a:t>check_setup.py passes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2200" b="0" i="0">
                <a:solidFill>
                  <a:srgbClr val="334155"/>
                </a:solidFill>
                <a:latin typeface="Segoe UI"/>
              </a:rPr>
              <a:t>Virtual environment created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2200" b="0" i="0">
                <a:solidFill>
                  <a:srgbClr val="334155"/>
                </a:solidFill>
                <a:latin typeface="Segoe UI"/>
              </a:rPr>
              <a:t>Libraries installed from requirements.txt</a:t>
            </a:r>
          </a:p>
          <a:p>
            <a:pPr>
              <a:spcBef>
                <a:spcPts val="1800"/>
              </a:spcBef>
            </a:pPr>
            <a:r>
              <a:rPr sz="2000" b="1" i="1">
                <a:solidFill>
                  <a:srgbClr val="0EA5E9"/>
                </a:solidFill>
                <a:latin typeface="Segoe UI"/>
              </a:rPr>
              <a:t>Next: open your first project and start building.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