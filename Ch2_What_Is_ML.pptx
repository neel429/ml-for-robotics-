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What Is Machine
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i="0">
                <a:solidFill>
                  <a:srgbClr val="A78BFA"/>
                </a:solidFill>
                <a:latin typeface="Segoe UI"/>
              </a:rPr>
              <a:t>Chapter 2  ·  Machine Learning for Robotics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1F5F9"/>
                </a:solidFill>
                <a:latin typeface="Segoe UI"/>
              </a:rPr>
              <a:t>Learn patterns from examples instead of hand-writing every rule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2  ·  What Is Machine Learning?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The big idea — programs that learn from data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2.1  Traditional Programming vs Machine Learning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2.2  Three Flavors of ML — supervised, unsupervised, reinforcement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334155"/>
                </a:solidFill>
                <a:latin typeface="Segoe UI"/>
              </a:rPr>
              <a:t>2.3  When to Use Which — and where computer vision 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1">
                <a:solidFill>
                  <a:srgbClr val="7C3AED"/>
                </a:solidFill>
                <a:latin typeface="Segoe UI"/>
              </a:rPr>
              <a:t>what makes machine learning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4630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2  ·  What Is Machine Learning?  ·  ML for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ML builds programs that learn patterns from examples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Instead of writing rules like “if ball at x=50, move arm to y=120”…</a:t>
            </a:r>
          </a:p>
          <a:p>
            <a:pPr lvl="1">
              <a:spcAft>
                <a:spcPts val="110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…you feed the system examples and it discovers the pattern itself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Some tasks are impossible to hand-code — catching a ball, walking on terrain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Almost every modern robot uses ML: pedestrian detection, defect spotting, sorting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You'll build: a Robot Failure Predictor, Sensor Cluster Analyzer, Traffic-Sign Classifier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2.1  Traditional Programming vs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2  ·  What Is Machine Learning?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1031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</a:rPr>
                        <a:t>Traditional Programming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</a:rPr>
                        <a:t>Machine Learning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34155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Data +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Data + Answers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34155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Answers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Rules (a model)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34155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You write the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Logic is learned from examples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3776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ML inverts the problem: give examples, get the rules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2.2  Three Flavors of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2  ·  What Is Machine Learning?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1031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56616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</a:rPr>
                        <a:t>How it learns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</a:rPr>
                        <a:t>Robotics example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34155"/>
                          </a:solidFill>
                          <a:latin typeface="Segoe UI"/>
                        </a:rPr>
                        <a:t>Supervised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From labeled examples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Predict failure from known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34155"/>
                          </a:solidFill>
                          <a:latin typeface="Segoe UI"/>
                        </a:rPr>
                        <a:t>Unsupervised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Finds structure, no labels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Cluster sensor modes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34155"/>
                          </a:solidFill>
                          <a:latin typeface="Segoe UI"/>
                        </a:rPr>
                        <a:t>Reinforcement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Actions + rewards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334155"/>
                          </a:solidFill>
                          <a:latin typeface="Segoe UI"/>
                        </a:rPr>
                        <a:t>Learn to navigate a maze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5488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The type you pick depends on what data you have and how it's labeled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2.3  When to Use Which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2  ·  What Is Machine Learning?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743200"/>
                <a:gridCol w="42976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Ask yourself…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Use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Robotics example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Do you have labeled answers?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Supervised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Predict failure from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Raw data but no labels?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Unsupervised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Cluster sensor behavior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Does it learn by acting?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Reinforcement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Navigate a maze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Is the input an image or video?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Computer vision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Classify signs, follow lanes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2  ·  What Is Machine Learning?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6070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ML learns the rules from data instead of you writing them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Traditional code: data + rules → answers.  ML: data + answers → rules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Supervised, unsupervised, and reinforcement solve different problems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Match the method to your data — labels, structure, or reward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Computer vision is the specialized path for images and video</a:t>
            </a:r>
          </a:p>
          <a:p>
            <a:pPr>
              <a:spcBef>
                <a:spcPts val="1600"/>
              </a:spcBef>
            </a:pPr>
            <a:r>
              <a:rPr sz="1800" b="1" i="1">
                <a:solidFill>
                  <a:srgbClr val="7C3AED"/>
                </a:solidFill>
                <a:latin typeface="Segoe UI"/>
              </a:rPr>
              <a:t>Next: Chapter 3 — Supervised Learning in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