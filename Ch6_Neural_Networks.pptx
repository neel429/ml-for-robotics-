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Segoe UI"/>
              </a:rPr>
              <a:t>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i="0">
                <a:solidFill>
                  <a:srgbClr val="6366F1"/>
                </a:solidFill>
                <a:latin typeface="Segoe UI"/>
              </a:rPr>
              <a:t>Chapter 6  ·  Machine Learning for Robotics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1F5F9"/>
                </a:solidFill>
                <a:latin typeface="Segoe UI"/>
              </a:rPr>
              <a:t>Build intuition in the browser, then the same math in Keras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What a neural network really is — and when to use one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Neurons, layers, and why one line isn't enough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How networks learn: loss, gradient descent, backprop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Activations, overfitting, and reading training curves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From hand-written NumPy to a few lines of Keras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6.0  What Is a Neural Network?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It learns thousands–millions of adjustable weights, not if-then rules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The pattern lives entirely in the weights — it can't explain each one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Underneath: a chain of matrix multiplications + simple math functions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Use it for complex inputs (images, audio, text)…</a:t>
            </a:r>
          </a:p>
          <a:p>
            <a:pPr lvl="1">
              <a:spcAft>
                <a:spcPts val="12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…but prefer Random Forest for clean tabular data with simple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6.1  Meet TensorFlow Playground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 live browser tool — watch a network train in real time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The decision boundary redraws every few milliseconds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Panels: data, features, hidden layers, output, and a loss graph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Tweak layers, neurons, learning rate, activation, batch size — see the effect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Builds intuition before you write a single line of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6.2  Anatomy of a Neuron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10642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 neuron computes a weighted sum:  z = w·x + b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An activation f(z) squashes it into a useful range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Without activation, stacked layers collapse to one straight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698480" cy="21579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def sigmoid(z):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return 1 / (1 +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np.exp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(-z))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x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np.array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([0.9, 0.7, 0.5])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w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np.array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([0.8, 0.3, -0.2]);  b = -0.4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z = np.dot(w, x) + b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a = sigmoid(z)          # 0..1 confidence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6.3  One Neuron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 single neuron draws just one straight line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XOR (checkerboard) is the classic impossible-for-one-neuron problem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Add one hidden layer of 2 neurons → XOR is instantly solvable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Each hidden neuron learns a different view (“top half?”, “right half?”)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Combining those views transforms the data so one output neuron can decide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6.4  Layers: The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Each layer transforms data into a new, more abstract representation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 layer is a committee of neurons, each noticing something different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Every connection is a weight; every neuron has a bias → parameters add up fast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Good default: two hidden layers of 16 neurons each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Only grow the network if it still can't learn after proper 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6.5  How Networks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Loss measures how wrong the network is right now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Training walks downhill on the loss surface (gradient descent)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Five steps: forward pass → loss → backprop → update weights → repeat (epoch)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Backprop uses the chain rule to score each weight “increase” or “decrease”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03904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94A3B8"/>
                </a:solidFill>
                <a:latin typeface="Segoe UI"/>
              </a:rPr>
              <a:t>the weight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10698480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500" b="0" i="0" dirty="0" err="1">
                <a:solidFill>
                  <a:srgbClr val="0F172A"/>
                </a:solidFill>
                <a:latin typeface="Consolas"/>
              </a:rPr>
              <a:t>new_weight</a:t>
            </a:r>
            <a:r>
              <a:rPr sz="1500" b="0" i="0" dirty="0">
                <a:solidFill>
                  <a:srgbClr val="0F172A"/>
                </a:solidFill>
                <a:latin typeface="Consolas"/>
              </a:rPr>
              <a:t> = </a:t>
            </a:r>
            <a:r>
              <a:rPr sz="1500" b="0" i="0" dirty="0" err="1">
                <a:solidFill>
                  <a:srgbClr val="0F172A"/>
                </a:solidFill>
                <a:latin typeface="Consolas"/>
              </a:rPr>
              <a:t>old_weight</a:t>
            </a:r>
            <a:r>
              <a:rPr sz="1500" b="0" i="0" dirty="0">
                <a:solidFill>
                  <a:srgbClr val="0F172A"/>
                </a:solidFill>
                <a:latin typeface="Consolas"/>
              </a:rPr>
              <a:t> - </a:t>
            </a:r>
            <a:r>
              <a:rPr sz="1500" b="0" i="0" dirty="0" err="1">
                <a:solidFill>
                  <a:srgbClr val="0F172A"/>
                </a:solidFill>
                <a:latin typeface="Consolas"/>
              </a:rPr>
              <a:t>learning_rate</a:t>
            </a:r>
            <a:r>
              <a:rPr sz="1500" b="0" i="0" dirty="0">
                <a:solidFill>
                  <a:srgbClr val="0F172A"/>
                </a:solidFill>
                <a:latin typeface="Consolas"/>
              </a:rPr>
              <a:t> * gradient</a:t>
            </a:r>
          </a:p>
          <a:p>
            <a:pPr>
              <a:lnSpc>
                <a:spcPct val="100000"/>
              </a:lnSpc>
            </a:pPr>
            <a:r>
              <a:rPr sz="1500" b="0" i="0" dirty="0">
                <a:solidFill>
                  <a:srgbClr val="0F172A"/>
                </a:solidFill>
                <a:latin typeface="Consolas"/>
              </a:rPr>
              <a:t># LR too large -&gt; overshoot;  too small -&gt; crawls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6.6  Playground: Watch It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Learning rate sets step size; batch size sets how accurately the slope is measured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LR too high → loss oscillates wildly and can diverge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LR too low → stable but painfully slow convergence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Batch size 1 → noisy loss curve;  larger batches → smoother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Neither has a universal “right” value — it depends on the problem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6.7  Experiment: Learn sin(x)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1">
                <a:solidFill>
                  <a:srgbClr val="4F46E5"/>
                </a:solidFill>
                <a:latin typeface="Segoe UI"/>
              </a:rPr>
              <a:t>does the network learn the pattern, or just memorize?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10642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Train on x in 0–2π, then test on 0–4π (unseen) to check real learning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Architecture 1→20→10→1: ReLU hidden layers, linear output for regression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Trained with Adam — momentum + adaptive per-weight learning rates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94760"/>
            <a:ext cx="10698480" cy="10607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def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relu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(x): return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np.maximum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(0, x)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W1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np.random.randn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(1, 20) * 0.1     # small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init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= stable start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a1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relu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(np.dot(x, W1) + b1)          # ... then W2, W3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6.8  Activation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They add the non-linearity — without them, layers stay linear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ReLU  →  max(0, z),  range 0..∞  —  the default for hidden layers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Sigmoid  →  0..1  —  good for a binary output layer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Tanh  →  −1..1  —  zero-centered, often better than sigmoid in hidden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0698480" cy="10607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relu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  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np.maximum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(0, z)      # 0 .. inf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sigmoid = 1 / (1 +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np.exp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(-z))  # 0 .. 1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tanh   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np.tanh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(z)            # -1 ..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6.9  Overfitting &amp; How to Fight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Overfitting: memorizes noise — train loss ↓ near zero, validation loss ↑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Underfitting: too simple — both losses stay high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Rule of thumb: 10–100 training examples per parameter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Rising validation loss is the signal to stop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Three defenses: Dropout · Early Stopping · More Data (most reliable)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6.10  From NumPy to Keras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Keras describes the “what,” not the “how” — it writes the math for you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Three steps: define the layers → compile →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10698480" cy="21579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model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keras.Sequential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([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keras.layers.Dense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(20, activation='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relu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',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input_shape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=(1,)),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keras.layers.Dense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(10, activation='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relu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'),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keras.layers.Dense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(1)])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model.compile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(optimizer=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keras.optimizers.Adam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(0.001), loss='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mse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')</a:t>
            </a:r>
          </a:p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model.fit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(x, y, epochs=3000, verbose=0)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6.11  Reading Training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Symptom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Likely cause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Loss stays flat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LR too small / bad init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Raise LR or use 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Loss spikes or NaN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LR too large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Cut LR by 10x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Train ↓, validation 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Overfitting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Dropout, early stop, smaller 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Both plateau high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Underfitting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More epochs / larger net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334155"/>
                          </a:solidFill>
                          <a:latin typeface="Segoe UI"/>
                        </a:rPr>
                        <a:t>Both very noisy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Batch too small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4155"/>
                          </a:solidFill>
                          <a:latin typeface="Segoe UI"/>
                        </a:rPr>
                        <a:t>Raise batch to 32–64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6.12  When to Use Neural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10,000+ examples? If fewer, keep the net tiny or use Random Forest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Images / audio / raw text → neural network (CNN, RNN/Transformer)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Plain tabular data → try Random Forest / XGBoost first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Need to explain predictions → Decision Tree or Logistic Regression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4F46E5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In robotics: YOLO26n (CNN) and MediaPipe are neural nets — but the lane follower uses none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6  ·  Neural Networks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60704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A neural net is learned weights — a chain of matrix math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One neuron = one line; layers + activations bend the boundary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Learning = gradient descent driven by backpropagation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Watch validation loss — it tells you overfit vs underfit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Keras writes the math; know what's underneath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Reach for a network only when simpler models fall short</a:t>
            </a:r>
          </a:p>
          <a:p>
            <a:pPr>
              <a:spcBef>
                <a:spcPts val="1600"/>
              </a:spcBef>
            </a:pPr>
            <a:r>
              <a:rPr sz="1800" b="1" i="1">
                <a:solidFill>
                  <a:srgbClr val="4F46E5"/>
                </a:solidFill>
                <a:latin typeface="Segoe UI"/>
              </a:rPr>
              <a:t>Next: Chapter 7 — Computer Vision for Robotics.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1416</Words>
  <Application>Microsoft Office PowerPoint</Application>
  <PresentationFormat>Widescreen</PresentationFormat>
  <Paragraphs>153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Purwar</cp:lastModifiedBy>
  <cp:revision>2</cp:revision>
  <dcterms:created xsi:type="dcterms:W3CDTF">2013-01-27T09:14:16Z</dcterms:created>
  <dcterms:modified xsi:type="dcterms:W3CDTF">2026-07-05T22:46:12Z</dcterms:modified>
  <cp:category/>
</cp:coreProperties>
</file>